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3" r:id="rId4"/>
    <p:sldId id="264" r:id="rId5"/>
    <p:sldId id="267" r:id="rId6"/>
    <p:sldId id="261" r:id="rId7"/>
    <p:sldId id="262" r:id="rId8"/>
    <p:sldId id="260" r:id="rId9"/>
    <p:sldId id="266" r:id="rId10"/>
    <p:sldId id="259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E23D-06FC-E0FE-55E8-7609AC60B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224488-DE9C-F527-74B4-B06C0A03D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6AA0C-7EF6-08E7-AECF-5DEB3291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C140A-A44C-D759-4810-A98C18876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16B29-A252-BBB7-5E4F-7DA180A29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03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BA1D-2EC9-9321-8020-B8C973B8C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E9B3D-1404-5916-FFB4-EF5D863F4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F973F-E691-2584-57C6-4291D630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46D67-75BF-1B72-8F22-E63B3105E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32F68-D22F-367E-84FD-D1FD3144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8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88BE-CA6B-1E51-7CCF-1719AE7D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2F5D9-5F06-A9E0-48BC-48E43E340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A4034-510B-9ECF-FBA4-1AC4432F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FE032-3113-950F-F793-35954FA0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1AC41-6361-0E97-E6E6-F3811FE4A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68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CBFCD-279F-FC3E-E64B-D0E4971E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DD8C9-97CA-FF61-9679-1A065A6321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9DDFE-DCB4-826A-9A73-CC96E3EBF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AF998-5479-91A2-D6A6-20D9C722B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1EE44-5378-BF3D-EABD-18CE289A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65230-89D3-90CC-FA16-BCDD8DD2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13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59AE8-05E0-7D60-29BA-AC2D64ABD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5AF44-580C-2676-6350-A14AED261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0CD08-0976-FB27-C819-9E4959D93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C8DE3-224B-4636-4E8F-C002236FC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3E6E40-38BF-B3F3-E523-5FD0898B0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7CE96B-05F2-F9A8-1092-08DF3E8EE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B2AEF-BD33-07BA-15CB-CEAF75664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1E83D-2D8F-5349-C54E-916FC727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BCFC-3A05-3266-F455-983F7A6DE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7298A-E469-27CD-D8EA-0AFEA790E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743FEE-302D-41E2-4B58-A8D456224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325736-00A2-C3A0-5449-BE7945AD6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74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CD8ABD-A7BC-3098-43AF-AC06BE81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9E892-583B-ACD3-9C2B-4BE2641A8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CDEAC-842F-D714-EA25-9FACA33A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A6A2B-4717-7C1D-321D-92563C218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80C63-2429-30EB-10D7-EF26D28FD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21F9E1-5D37-8348-52CC-AC170A328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0C016-C9AA-17DF-4A00-E06F7FE3B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643F8-1508-A198-37EB-35EF85626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A4199-40B9-2729-BB70-08C7C18A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4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8CBB-A9A4-7797-C866-EAEA64AF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92244-102A-186B-E1D6-74C01ABB53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36EB1-DB06-1CE9-6052-4819AB264E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5A1C2-E7C7-C030-4BB1-F26A9473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388FE-A3B1-15C0-3342-CD746CE94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A2020-BBC2-9748-F780-BE56E3DE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8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177FA-2204-D1BE-5E9F-AB9E9663D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C7C8FC-90DE-7D3E-366B-E418EFC31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C3D37-31D2-BF9D-B9C5-EBFB32CA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257EE-548C-E097-B6CD-36499E57C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ADF38-3BD7-D556-8BA3-14F609F54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776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EB1CA6-BBA2-7E9C-99D2-7F50B5E30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21FB4-7A11-0E7E-657E-F7402BC906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3BA51-57A5-9A45-400E-BAB71B2A8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7EBE2-FE79-A291-6E81-E6D7F90D5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8121D-D59A-EA03-662A-806B1C8CE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7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BF3271-D014-2E3C-47C4-19765621C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692AFC-36AC-BB29-FF5E-9E5ECA29E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27D4E-FB33-BD05-650F-C7D4AD4051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D6D49-3731-40EB-9464-8092530DFC9F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34F0CA-C72E-49C0-0749-40E01C0F5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C2A75-B5E2-7318-E02E-FC28C99CE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5BFDE-2659-402E-9D34-96AFBAE94C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11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A716EA-70FF-82BD-634A-476FDA3B9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2D9B38-56E8-F513-AE7C-516B3BAB286D}"/>
              </a:ext>
            </a:extLst>
          </p:cNvPr>
          <p:cNvSpPr/>
          <p:nvPr/>
        </p:nvSpPr>
        <p:spPr>
          <a:xfrm>
            <a:off x="7246374" y="3736258"/>
            <a:ext cx="4306529" cy="1976284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2">
                    <a:lumMod val="10000"/>
                  </a:schemeClr>
                </a:solidFill>
              </a:rPr>
              <a:t>GROUP MEMBERS:</a:t>
            </a:r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ALISHAH KHAN  FA24-BSE-156</a:t>
            </a:r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BILAL HAKIM      FA24-BSE-173</a:t>
            </a:r>
          </a:p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HASSAN ALI        FA24-BSE-184</a:t>
            </a:r>
          </a:p>
        </p:txBody>
      </p:sp>
    </p:spTree>
    <p:extLst>
      <p:ext uri="{BB962C8B-B14F-4D97-AF65-F5344CB8AC3E}">
        <p14:creationId xmlns:p14="http://schemas.microsoft.com/office/powerpoint/2010/main" val="12590179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F37C-292C-DFE7-87B6-B3F902A5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59BD6-59F3-72D5-CF98-0C93707AB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789901"/>
      </p:ext>
    </p:extLst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C046-32BF-C7E8-9C1F-30F562B5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315BE6-20DD-1F97-F616-47513618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9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550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12C85-57E7-CA57-E4A4-7135C3F4F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9C47DF-E269-C94D-06E6-15062F7AD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0309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A0B29-A87F-E69E-086E-C7B6A330A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DF67F1-2BB3-E0E9-A861-905AD3DF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0515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7CFEA-CDF2-E5DB-E808-37230DC03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A00452-6804-8FD6-8896-39E7FC67C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09386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4891B-6C82-F046-00D5-B5BEEFD06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3713E1-A581-8E0B-568E-C1627A1CD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5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132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77C02-94DC-DE52-55E8-7D9EEAC5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92DDC-FB1C-930D-F345-0B27DD5F6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4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610819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50F9-CCFA-79AC-4AFD-BDB994739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1F5B9F-D03F-D941-50D0-5970B2FC3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9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415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EAE0A-EAC6-5A7C-69F4-8A10D3009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39398-D2E8-0E86-B666-78CC49F24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47270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FCC19F-0602-ED55-60FE-A9DD114D2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1288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0AA303-46EC-CECF-62ED-156D6A528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35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Alishahkhan8848@gmail.com</dc:creator>
  <cp:lastModifiedBy>Alishahkhan8848@gmail.com</cp:lastModifiedBy>
  <cp:revision>1</cp:revision>
  <dcterms:created xsi:type="dcterms:W3CDTF">2026-06-18T18:03:59Z</dcterms:created>
  <dcterms:modified xsi:type="dcterms:W3CDTF">2026-06-18T18:24:42Z</dcterms:modified>
</cp:coreProperties>
</file>